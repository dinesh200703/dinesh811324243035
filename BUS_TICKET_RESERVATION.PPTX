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43470"/>
            <a:ext cx="384919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4800" dirty="0"/>
              <a:t>BASIC DETAILS</a:t>
            </a:r>
            <a:endParaRPr sz="4800" dirty="0"/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303520"/>
          </a:xfrm>
          <a:prstGeom prst="roundRect">
            <a:avLst/>
          </a:prstGeom>
          <a:solidFill>
            <a:srgbClr val="F3F8FF"/>
          </a:solidFill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A807BE-08D8-4935-F295-C480857C980B}"/>
              </a:ext>
            </a:extLst>
          </p:cNvPr>
          <p:cNvSpPr txBox="1"/>
          <p:nvPr/>
        </p:nvSpPr>
        <p:spPr>
          <a:xfrm>
            <a:off x="959371" y="1124265"/>
            <a:ext cx="957871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NAME:</a:t>
            </a:r>
            <a:r>
              <a:rPr lang="en-IN" sz="3200" dirty="0"/>
              <a:t> DINESH 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BATCH: </a:t>
            </a:r>
            <a:r>
              <a:rPr lang="en-IN" sz="3200" dirty="0"/>
              <a:t>BATCH 7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REGISTER NUMBER: </a:t>
            </a:r>
            <a:r>
              <a:rPr lang="en-IN" sz="3200" dirty="0"/>
              <a:t>811324243035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DEPARTMENT:</a:t>
            </a:r>
            <a:r>
              <a:rPr lang="en-IN" sz="3200" dirty="0"/>
              <a:t> ARTIFICIAL INTELLIGENCE AND DATA                                         SCIENCE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PROJECT NAME: </a:t>
            </a:r>
            <a:r>
              <a:rPr lang="en-IN" sz="3200" dirty="0"/>
              <a:t>BUS RESERVATION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D8F68-22A7-E416-44DA-B96F7A94C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275CED-2D86-EEC1-DAD7-A53B19F08BEB}"/>
              </a:ext>
            </a:extLst>
          </p:cNvPr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C4E2ED-2A52-B17D-3CB4-865B8FF43AB2}"/>
              </a:ext>
            </a:extLst>
          </p:cNvPr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🚌 Bus Reservation System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32830C0-DA0A-5C37-F018-7D603F825797}"/>
              </a:ext>
            </a:extLst>
          </p:cNvPr>
          <p:cNvSpPr/>
          <p:nvPr/>
        </p:nvSpPr>
        <p:spPr>
          <a:xfrm>
            <a:off x="548640" y="914400"/>
            <a:ext cx="10972800" cy="5303520"/>
          </a:xfrm>
          <a:prstGeom prst="roundRect">
            <a:avLst/>
          </a:prstGeom>
          <a:solidFill>
            <a:srgbClr val="F3F8FF"/>
          </a:solidFill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br>
              <a:rPr lang="en-IN" sz="2800" dirty="0">
                <a:solidFill>
                  <a:schemeClr val="tx1"/>
                </a:solidFill>
              </a:rPr>
            </a:br>
            <a:r>
              <a:rPr sz="2800" dirty="0">
                <a:solidFill>
                  <a:schemeClr val="tx1"/>
                </a:solidFill>
              </a:rPr>
              <a:t>• Console-based Python application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Uses Python, OOP and JSON file handling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Customer operations: View Buses, Book Ticket, View Ticket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Objective: Simple and efficient bus reservation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643CC5-4213-4361-3B62-D968AE269BE2}"/>
              </a:ext>
            </a:extLst>
          </p:cNvPr>
          <p:cNvSpPr txBox="1"/>
          <p:nvPr/>
        </p:nvSpPr>
        <p:spPr>
          <a:xfrm>
            <a:off x="2242527" y="1618937"/>
            <a:ext cx="78248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Project Overview and Explanation</a:t>
            </a:r>
          </a:p>
        </p:txBody>
      </p:sp>
    </p:spTree>
    <p:extLst>
      <p:ext uri="{BB962C8B-B14F-4D97-AF65-F5344CB8AC3E}">
        <p14:creationId xmlns:p14="http://schemas.microsoft.com/office/powerpoint/2010/main" val="2185356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🧩 OOP Concepts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303520"/>
          </a:xfrm>
          <a:prstGeom prst="roundRect">
            <a:avLst/>
          </a:prstGeom>
          <a:solidFill>
            <a:srgbClr val="F3F8FF"/>
          </a:solidFill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endParaRPr dirty="0">
              <a:solidFill>
                <a:schemeClr val="tx1"/>
              </a:solidFill>
            </a:endParaRPr>
          </a:p>
          <a:p>
            <a:pPr>
              <a:defRPr sz="1800"/>
            </a:pPr>
            <a:br>
              <a:rPr lang="en-IN" sz="2800" dirty="0">
                <a:solidFill>
                  <a:schemeClr val="tx1"/>
                </a:solidFill>
              </a:rPr>
            </a:br>
            <a:r>
              <a:rPr sz="2800" dirty="0">
                <a:solidFill>
                  <a:schemeClr val="tx1"/>
                </a:solidFill>
              </a:rPr>
              <a:t>• Encapsulation: Private attributes with @property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Abstraction: </a:t>
            </a:r>
            <a:r>
              <a:rPr sz="2800" dirty="0" err="1">
                <a:solidFill>
                  <a:schemeClr val="tx1"/>
                </a:solidFill>
              </a:rPr>
              <a:t>ReservationSystem</a:t>
            </a:r>
            <a:r>
              <a:rPr sz="2800" dirty="0">
                <a:solidFill>
                  <a:schemeClr val="tx1"/>
                </a:solidFill>
              </a:rPr>
              <a:t> using ABC and @abstractmethod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Inheritance: </a:t>
            </a:r>
            <a:r>
              <a:rPr sz="2800" dirty="0" err="1">
                <a:solidFill>
                  <a:schemeClr val="tx1"/>
                </a:solidFill>
              </a:rPr>
              <a:t>BusReservation</a:t>
            </a:r>
            <a:r>
              <a:rPr sz="2800" dirty="0">
                <a:solidFill>
                  <a:schemeClr val="tx1"/>
                </a:solidFill>
              </a:rPr>
              <a:t> → </a:t>
            </a:r>
            <a:r>
              <a:rPr sz="2800" dirty="0" err="1">
                <a:solidFill>
                  <a:schemeClr val="tx1"/>
                </a:solidFill>
              </a:rPr>
              <a:t>PremiumBusReservation</a:t>
            </a:r>
            <a:endParaRPr sz="2800" dirty="0">
              <a:solidFill>
                <a:schemeClr val="tx1"/>
              </a:solidFill>
            </a:endParaRP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Polymorphism: </a:t>
            </a:r>
            <a:r>
              <a:rPr sz="2800" dirty="0" err="1">
                <a:solidFill>
                  <a:schemeClr val="tx1"/>
                </a:solidFill>
              </a:rPr>
              <a:t>book_ticket</a:t>
            </a:r>
            <a:r>
              <a:rPr sz="2800" dirty="0">
                <a:solidFill>
                  <a:schemeClr val="tx1"/>
                </a:solidFill>
              </a:rPr>
              <a:t>() method overridden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880AC0-CB81-7CFE-7331-6F1877D7CFF9}"/>
              </a:ext>
            </a:extLst>
          </p:cNvPr>
          <p:cNvSpPr txBox="1"/>
          <p:nvPr/>
        </p:nvSpPr>
        <p:spPr>
          <a:xfrm>
            <a:off x="3147934" y="1429009"/>
            <a:ext cx="77049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OOPS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🏗 Class Design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303520"/>
          </a:xfrm>
          <a:prstGeom prst="roundRect">
            <a:avLst/>
          </a:prstGeom>
          <a:solidFill>
            <a:srgbClr val="F3F8FF"/>
          </a:solidFill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endParaRPr dirty="0">
              <a:solidFill>
                <a:schemeClr val="tx1"/>
              </a:solidFill>
            </a:endParaRP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Ticket class stores passenger details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</a:t>
            </a:r>
            <a:r>
              <a:rPr sz="2800" dirty="0" err="1">
                <a:solidFill>
                  <a:schemeClr val="tx1"/>
                </a:solidFill>
              </a:rPr>
              <a:t>ReservationSystem</a:t>
            </a:r>
            <a:r>
              <a:rPr sz="2800" dirty="0">
                <a:solidFill>
                  <a:schemeClr val="tx1"/>
                </a:solidFill>
              </a:rPr>
              <a:t> defines common methods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</a:t>
            </a:r>
            <a:r>
              <a:rPr sz="2800" dirty="0" err="1">
                <a:solidFill>
                  <a:schemeClr val="tx1"/>
                </a:solidFill>
              </a:rPr>
              <a:t>BusReservation</a:t>
            </a:r>
            <a:r>
              <a:rPr sz="2800" dirty="0">
                <a:solidFill>
                  <a:schemeClr val="tx1"/>
                </a:solidFill>
              </a:rPr>
              <a:t> implements booking logic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</a:t>
            </a:r>
            <a:r>
              <a:rPr sz="2800" dirty="0" err="1">
                <a:solidFill>
                  <a:schemeClr val="tx1"/>
                </a:solidFill>
              </a:rPr>
              <a:t>PremiumBusReservation</a:t>
            </a:r>
            <a:r>
              <a:rPr sz="2800" dirty="0">
                <a:solidFill>
                  <a:schemeClr val="tx1"/>
                </a:solidFill>
              </a:rPr>
              <a:t> extends booking functionality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Bus details loaded from </a:t>
            </a:r>
            <a:r>
              <a:rPr sz="2800" dirty="0" err="1">
                <a:solidFill>
                  <a:schemeClr val="tx1"/>
                </a:solidFill>
              </a:rPr>
              <a:t>buses.json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EDFD93-6C4E-6FF3-F595-D6B81E6D4FEF}"/>
              </a:ext>
            </a:extLst>
          </p:cNvPr>
          <p:cNvSpPr txBox="1"/>
          <p:nvPr/>
        </p:nvSpPr>
        <p:spPr>
          <a:xfrm>
            <a:off x="3897443" y="1436503"/>
            <a:ext cx="65956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🔄 Reservation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303520"/>
          </a:xfrm>
          <a:prstGeom prst="roundRect">
            <a:avLst/>
          </a:prstGeom>
          <a:solidFill>
            <a:srgbClr val="F3F8FF"/>
          </a:solidFill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endParaRPr dirty="0">
              <a:solidFill>
                <a:schemeClr val="tx1"/>
              </a:solidFill>
            </a:endParaRP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Load </a:t>
            </a:r>
            <a:r>
              <a:rPr sz="2800" dirty="0" err="1">
                <a:solidFill>
                  <a:schemeClr val="tx1"/>
                </a:solidFill>
              </a:rPr>
              <a:t>buses.json</a:t>
            </a:r>
            <a:endParaRPr sz="2800" dirty="0">
              <a:solidFill>
                <a:schemeClr val="tx1"/>
              </a:solidFill>
            </a:endParaRP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Display available buses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Validate bus and seat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Create Ticket object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Generate Ticket ID</a:t>
            </a:r>
          </a:p>
          <a:p>
            <a:pPr>
              <a:defRPr sz="1800"/>
            </a:pPr>
            <a:r>
              <a:rPr sz="2800" dirty="0">
                <a:solidFill>
                  <a:schemeClr val="tx1"/>
                </a:solidFill>
              </a:rPr>
              <a:t>• Store ticket and display details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87E84C-738F-86E3-F658-529361488137}"/>
              </a:ext>
            </a:extLst>
          </p:cNvPr>
          <p:cNvSpPr txBox="1"/>
          <p:nvPr/>
        </p:nvSpPr>
        <p:spPr>
          <a:xfrm>
            <a:off x="4401112" y="1178602"/>
            <a:ext cx="32678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WORKFLOW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661132-AA81-6C26-F1CB-CBADC57D4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176644"/>
            <a:ext cx="5486400" cy="392435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🚀 Features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303520"/>
          </a:xfrm>
          <a:prstGeom prst="roundRect">
            <a:avLst/>
          </a:prstGeom>
          <a:solidFill>
            <a:srgbClr val="F3F8FF"/>
          </a:solidFill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771DF1-C92A-B04F-CD9E-FEE8CEC19C94}"/>
              </a:ext>
            </a:extLst>
          </p:cNvPr>
          <p:cNvSpPr txBox="1"/>
          <p:nvPr/>
        </p:nvSpPr>
        <p:spPr>
          <a:xfrm>
            <a:off x="7375161" y="2008682"/>
            <a:ext cx="2593298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>
              <a:defRPr sz="1800"/>
            </a:pPr>
            <a:r>
              <a:rPr lang="en-IN" dirty="0"/>
              <a:t>• Features:</a:t>
            </a:r>
            <a:br>
              <a:rPr lang="en-IN" dirty="0"/>
            </a:br>
            <a:r>
              <a:rPr lang="en-IN" dirty="0"/>
              <a:t>           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A1151A-4499-3B25-B04A-A366A3B57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85" y="1094283"/>
            <a:ext cx="10708062" cy="4976734"/>
          </a:xfrm>
          <a:prstGeom prst="roundRect">
            <a:avLst>
              <a:gd name="adj" fmla="val 15836"/>
            </a:avLst>
          </a:prstGeom>
          <a:ln w="3175">
            <a:solidFill>
              <a:schemeClr val="bg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185</Words>
  <Application>Microsoft Office PowerPoint</Application>
  <PresentationFormat>Custom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DINESH R</dc:creator>
  <cp:keywords/>
  <dc:description>generated using python-pptx</dc:description>
  <cp:lastModifiedBy>DINESH R</cp:lastModifiedBy>
  <cp:revision>4</cp:revision>
  <dcterms:created xsi:type="dcterms:W3CDTF">2013-01-27T09:14:16Z</dcterms:created>
  <dcterms:modified xsi:type="dcterms:W3CDTF">2026-07-02T17:07:18Z</dcterms:modified>
  <cp:category/>
</cp:coreProperties>
</file>