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62" r:id="rId5"/>
    <p:sldId id="258" r:id="rId6"/>
    <p:sldId id="259" r:id="rId7"/>
    <p:sldId id="260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3969" autoAdjust="0"/>
  </p:normalViewPr>
  <p:slideViewPr>
    <p:cSldViewPr snapToGrid="0" snapToObjects="1">
      <p:cViewPr varScale="1">
        <p:scale>
          <a:sx n="69" d="100"/>
          <a:sy n="69" d="100"/>
        </p:scale>
        <p:origin x="65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ESH R" userId="2f5ee6ad9ad9c344" providerId="LiveId" clId="{A13260FE-1338-4C1C-A6C4-F788DD5DE81A}"/>
    <pc:docChg chg="undo custSel addSld modSld sldOrd">
      <pc:chgData name="DINESH R" userId="2f5ee6ad9ad9c344" providerId="LiveId" clId="{A13260FE-1338-4C1C-A6C4-F788DD5DE81A}" dt="2026-07-03T00:58:40.845" v="362"/>
      <pc:docMkLst>
        <pc:docMk/>
      </pc:docMkLst>
      <pc:sldChg chg="addSp delSp modSp add mod ord setBg">
        <pc:chgData name="DINESH R" userId="2f5ee6ad9ad9c344" providerId="LiveId" clId="{A13260FE-1338-4C1C-A6C4-F788DD5DE81A}" dt="2026-07-03T00:58:40.845" v="362"/>
        <pc:sldMkLst>
          <pc:docMk/>
          <pc:sldMk cId="1809443629" sldId="262"/>
        </pc:sldMkLst>
        <pc:spChg chg="mod">
          <ac:chgData name="DINESH R" userId="2f5ee6ad9ad9c344" providerId="LiveId" clId="{A13260FE-1338-4C1C-A6C4-F788DD5DE81A}" dt="2026-07-03T00:37:44.675" v="34" actId="20577"/>
          <ac:spMkLst>
            <pc:docMk/>
            <pc:sldMk cId="1809443629" sldId="262"/>
            <ac:spMk id="3" creationId="{F6F0C605-DD39-DAC1-0EAA-3E9D4C6C5749}"/>
          </ac:spMkLst>
        </pc:spChg>
        <pc:spChg chg="mod">
          <ac:chgData name="DINESH R" userId="2f5ee6ad9ad9c344" providerId="LiveId" clId="{A13260FE-1338-4C1C-A6C4-F788DD5DE81A}" dt="2026-07-03T00:43:17.354" v="122" actId="14100"/>
          <ac:spMkLst>
            <pc:docMk/>
            <pc:sldMk cId="1809443629" sldId="262"/>
            <ac:spMk id="4" creationId="{4C8FDDA0-1624-2BFC-A108-11FB7FED79DE}"/>
          </ac:spMkLst>
        </pc:spChg>
        <pc:spChg chg="mod">
          <ac:chgData name="DINESH R" userId="2f5ee6ad9ad9c344" providerId="LiveId" clId="{A13260FE-1338-4C1C-A6C4-F788DD5DE81A}" dt="2026-07-03T00:58:34.009" v="360" actId="1038"/>
          <ac:spMkLst>
            <pc:docMk/>
            <pc:sldMk cId="1809443629" sldId="262"/>
            <ac:spMk id="5" creationId="{4FE057ED-F8AF-602E-9389-002DFB80018F}"/>
          </ac:spMkLst>
        </pc:spChg>
        <pc:spChg chg="add mod">
          <ac:chgData name="DINESH R" userId="2f5ee6ad9ad9c344" providerId="LiveId" clId="{A13260FE-1338-4C1C-A6C4-F788DD5DE81A}" dt="2026-07-03T00:43:23.416" v="124" actId="14100"/>
          <ac:spMkLst>
            <pc:docMk/>
            <pc:sldMk cId="1809443629" sldId="262"/>
            <ac:spMk id="6" creationId="{8F08907A-43DD-6A4C-B644-BA0BAC6B59C8}"/>
          </ac:spMkLst>
        </pc:spChg>
        <pc:spChg chg="add mod">
          <ac:chgData name="DINESH R" userId="2f5ee6ad9ad9c344" providerId="LiveId" clId="{A13260FE-1338-4C1C-A6C4-F788DD5DE81A}" dt="2026-07-03T00:43:28.715" v="126" actId="14100"/>
          <ac:spMkLst>
            <pc:docMk/>
            <pc:sldMk cId="1809443629" sldId="262"/>
            <ac:spMk id="7" creationId="{8F41AB51-D235-C19A-46A5-A73BAA21E5A1}"/>
          </ac:spMkLst>
        </pc:spChg>
        <pc:spChg chg="add mod">
          <ac:chgData name="DINESH R" userId="2f5ee6ad9ad9c344" providerId="LiveId" clId="{A13260FE-1338-4C1C-A6C4-F788DD5DE81A}" dt="2026-07-03T00:57:14.294" v="329" actId="14100"/>
          <ac:spMkLst>
            <pc:docMk/>
            <pc:sldMk cId="1809443629" sldId="262"/>
            <ac:spMk id="9" creationId="{F2894CC1-523A-5EB6-1C58-83FDBEB07072}"/>
          </ac:spMkLst>
        </pc:spChg>
        <pc:spChg chg="add mod">
          <ac:chgData name="DINESH R" userId="2f5ee6ad9ad9c344" providerId="LiveId" clId="{A13260FE-1338-4C1C-A6C4-F788DD5DE81A}" dt="2026-07-03T00:43:41.898" v="129" actId="14100"/>
          <ac:spMkLst>
            <pc:docMk/>
            <pc:sldMk cId="1809443629" sldId="262"/>
            <ac:spMk id="11" creationId="{E0942D16-0D87-5202-34E3-BA85BD68E922}"/>
          </ac:spMkLst>
        </pc:spChg>
        <pc:spChg chg="add del mod">
          <ac:chgData name="DINESH R" userId="2f5ee6ad9ad9c344" providerId="LiveId" clId="{A13260FE-1338-4C1C-A6C4-F788DD5DE81A}" dt="2026-07-03T00:46:34.290" v="148"/>
          <ac:spMkLst>
            <pc:docMk/>
            <pc:sldMk cId="1809443629" sldId="262"/>
            <ac:spMk id="14" creationId="{D8A7E6B8-451F-A0B5-DFED-44A9DF953CA5}"/>
          </ac:spMkLst>
        </pc:spChg>
        <pc:spChg chg="add mod">
          <ac:chgData name="DINESH R" userId="2f5ee6ad9ad9c344" providerId="LiveId" clId="{A13260FE-1338-4C1C-A6C4-F788DD5DE81A}" dt="2026-07-03T00:47:16.365" v="173" actId="1036"/>
          <ac:spMkLst>
            <pc:docMk/>
            <pc:sldMk cId="1809443629" sldId="262"/>
            <ac:spMk id="15" creationId="{366FCFB6-FDED-3376-DA10-D0A3CEEF3366}"/>
          </ac:spMkLst>
        </pc:spChg>
        <pc:spChg chg="add mod">
          <ac:chgData name="DINESH R" userId="2f5ee6ad9ad9c344" providerId="LiveId" clId="{A13260FE-1338-4C1C-A6C4-F788DD5DE81A}" dt="2026-07-03T00:48:29.612" v="230" actId="1038"/>
          <ac:spMkLst>
            <pc:docMk/>
            <pc:sldMk cId="1809443629" sldId="262"/>
            <ac:spMk id="16" creationId="{5133A27B-2004-0273-FA7F-E8111C2D9E9C}"/>
          </ac:spMkLst>
        </pc:spChg>
        <pc:spChg chg="add del mod">
          <ac:chgData name="DINESH R" userId="2f5ee6ad9ad9c344" providerId="LiveId" clId="{A13260FE-1338-4C1C-A6C4-F788DD5DE81A}" dt="2026-07-03T00:49:56.344" v="244"/>
          <ac:spMkLst>
            <pc:docMk/>
            <pc:sldMk cId="1809443629" sldId="262"/>
            <ac:spMk id="19" creationId="{BD0EAF5A-A261-DF94-9A62-AA581AB6F76F}"/>
          </ac:spMkLst>
        </pc:spChg>
        <pc:spChg chg="add mod">
          <ac:chgData name="DINESH R" userId="2f5ee6ad9ad9c344" providerId="LiveId" clId="{A13260FE-1338-4C1C-A6C4-F788DD5DE81A}" dt="2026-07-03T00:52:01.443" v="308" actId="1037"/>
          <ac:spMkLst>
            <pc:docMk/>
            <pc:sldMk cId="1809443629" sldId="262"/>
            <ac:spMk id="20" creationId="{0141A8A8-CCB7-9FA8-4462-86BAFD153504}"/>
          </ac:spMkLst>
        </pc:spChg>
        <pc:spChg chg="add mod">
          <ac:chgData name="DINESH R" userId="2f5ee6ad9ad9c344" providerId="LiveId" clId="{A13260FE-1338-4C1C-A6C4-F788DD5DE81A}" dt="2026-07-03T00:57:18.350" v="330" actId="1076"/>
          <ac:spMkLst>
            <pc:docMk/>
            <pc:sldMk cId="1809443629" sldId="262"/>
            <ac:spMk id="25" creationId="{58FB964B-98DC-4526-90C6-143F41CA7EBA}"/>
          </ac:spMkLst>
        </pc:spChg>
        <pc:picChg chg="add mod modCrop">
          <ac:chgData name="DINESH R" userId="2f5ee6ad9ad9c344" providerId="LiveId" clId="{A13260FE-1338-4C1C-A6C4-F788DD5DE81A}" dt="2026-07-03T00:47:35.322" v="177" actId="14100"/>
          <ac:picMkLst>
            <pc:docMk/>
            <pc:sldMk cId="1809443629" sldId="262"/>
            <ac:picMk id="13" creationId="{1F20827E-379B-661F-2443-30E4E6EEB0FA}"/>
          </ac:picMkLst>
        </pc:picChg>
        <pc:picChg chg="add mod">
          <ac:chgData name="DINESH R" userId="2f5ee6ad9ad9c344" providerId="LiveId" clId="{A13260FE-1338-4C1C-A6C4-F788DD5DE81A}" dt="2026-07-03T00:49:38.476" v="241" actId="14100"/>
          <ac:picMkLst>
            <pc:docMk/>
            <pc:sldMk cId="1809443629" sldId="262"/>
            <ac:picMk id="18" creationId="{9219966E-2AF0-60A7-99FC-24919C40EAE9}"/>
          </ac:picMkLst>
        </pc:picChg>
        <pc:picChg chg="add mod">
          <ac:chgData name="DINESH R" userId="2f5ee6ad9ad9c344" providerId="LiveId" clId="{A13260FE-1338-4C1C-A6C4-F788DD5DE81A}" dt="2026-07-03T00:56:19.533" v="323" actId="14100"/>
          <ac:picMkLst>
            <pc:docMk/>
            <pc:sldMk cId="1809443629" sldId="262"/>
            <ac:picMk id="22" creationId="{8966BBFC-1AE0-093C-F36B-B11AB58DE35E}"/>
          </ac:picMkLst>
        </pc:picChg>
        <pc:picChg chg="add mod">
          <ac:chgData name="DINESH R" userId="2f5ee6ad9ad9c344" providerId="LiveId" clId="{A13260FE-1338-4C1C-A6C4-F788DD5DE81A}" dt="2026-07-03T00:56:16.119" v="322" actId="14100"/>
          <ac:picMkLst>
            <pc:docMk/>
            <pc:sldMk cId="1809443629" sldId="262"/>
            <ac:picMk id="24" creationId="{DA03E5BA-99F4-0649-4C1D-42E3D23738C1}"/>
          </ac:picMkLst>
        </pc:picChg>
        <pc:picChg chg="add mod">
          <ac:chgData name="DINESH R" userId="2f5ee6ad9ad9c344" providerId="LiveId" clId="{A13260FE-1338-4C1C-A6C4-F788DD5DE81A}" dt="2026-07-03T00:57:49.756" v="334" actId="14100"/>
          <ac:picMkLst>
            <pc:docMk/>
            <pc:sldMk cId="1809443629" sldId="262"/>
            <ac:picMk id="27" creationId="{DA1B2826-80C4-8C58-D74F-3D029E8ED3EC}"/>
          </ac:picMkLst>
        </pc:picChg>
        <pc:picChg chg="add mod">
          <ac:chgData name="DINESH R" userId="2f5ee6ad9ad9c344" providerId="LiveId" clId="{A13260FE-1338-4C1C-A6C4-F788DD5DE81A}" dt="2026-07-03T00:58:21.060" v="338" actId="14100"/>
          <ac:picMkLst>
            <pc:docMk/>
            <pc:sldMk cId="1809443629" sldId="262"/>
            <ac:picMk id="29" creationId="{BB9323A7-BAF9-DE9C-912A-8861BA49254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43470"/>
            <a:ext cx="384919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lang="en-IN" sz="4800" dirty="0"/>
              <a:t>BASIC DETAILS</a:t>
            </a:r>
            <a:endParaRPr sz="4800" dirty="0"/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0972800" cy="5303520"/>
          </a:xfrm>
          <a:prstGeom prst="roundRect">
            <a:avLst/>
          </a:prstGeom>
          <a:solidFill>
            <a:srgbClr val="F3F8FF"/>
          </a:solidFill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endParaRPr sz="28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A807BE-08D8-4935-F295-C480857C980B}"/>
              </a:ext>
            </a:extLst>
          </p:cNvPr>
          <p:cNvSpPr txBox="1"/>
          <p:nvPr/>
        </p:nvSpPr>
        <p:spPr>
          <a:xfrm>
            <a:off x="959371" y="1124265"/>
            <a:ext cx="957871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200" b="1" dirty="0"/>
              <a:t>NAME:</a:t>
            </a:r>
            <a:r>
              <a:rPr lang="en-IN" sz="3200" dirty="0"/>
              <a:t> DINESH 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200" b="1" dirty="0"/>
              <a:t>BATCH: </a:t>
            </a:r>
            <a:r>
              <a:rPr lang="en-IN" sz="3200" dirty="0"/>
              <a:t>BATCH 7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200" b="1" dirty="0"/>
              <a:t>REGISTER NUMBER: </a:t>
            </a:r>
            <a:r>
              <a:rPr lang="en-IN" sz="3200" dirty="0"/>
              <a:t>811324243035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200" b="1" dirty="0"/>
              <a:t>DEPARTMENT:</a:t>
            </a:r>
            <a:r>
              <a:rPr lang="en-IN" sz="3200" dirty="0"/>
              <a:t> ARTIFICIAL INTELLIGENCE AND DATA                                         SCIENCE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200" b="1" dirty="0"/>
              <a:t>PROJECT NAME: </a:t>
            </a:r>
            <a:r>
              <a:rPr lang="en-IN" sz="3200" dirty="0"/>
              <a:t>BUS RESERVATION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8F68-22A7-E416-44DA-B96F7A94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275CED-2D86-EEC1-DAD7-A53B19F08BEB}"/>
              </a:ext>
            </a:extLst>
          </p:cNvPr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C4E2ED-2A52-B17D-3CB4-865B8FF43AB2}"/>
              </a:ext>
            </a:extLst>
          </p:cNvPr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🚌 Bus Reservation System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32830C0-DA0A-5C37-F018-7D603F825797}"/>
              </a:ext>
            </a:extLst>
          </p:cNvPr>
          <p:cNvSpPr/>
          <p:nvPr/>
        </p:nvSpPr>
        <p:spPr>
          <a:xfrm>
            <a:off x="548640" y="914400"/>
            <a:ext cx="10972800" cy="5303520"/>
          </a:xfrm>
          <a:prstGeom prst="roundRect">
            <a:avLst/>
          </a:prstGeom>
          <a:solidFill>
            <a:srgbClr val="F3F8FF"/>
          </a:solidFill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br>
              <a:rPr lang="en-IN" sz="2800" dirty="0">
                <a:solidFill>
                  <a:schemeClr val="tx1"/>
                </a:solidFill>
              </a:rPr>
            </a:br>
            <a:r>
              <a:rPr sz="2800" dirty="0">
                <a:solidFill>
                  <a:schemeClr val="tx1"/>
                </a:solidFill>
              </a:rPr>
              <a:t>• Console-based Python application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Uses Python, OOP and JSON file handling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Customer operations: View Buses, Book Ticket, View Ticket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Objective: Simple and efficient bus reservation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643CC5-4213-4361-3B62-D968AE269BE2}"/>
              </a:ext>
            </a:extLst>
          </p:cNvPr>
          <p:cNvSpPr txBox="1"/>
          <p:nvPr/>
        </p:nvSpPr>
        <p:spPr>
          <a:xfrm>
            <a:off x="2242527" y="1618937"/>
            <a:ext cx="78248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/>
              <a:t>Project Overview and Explanation</a:t>
            </a:r>
          </a:p>
        </p:txBody>
      </p:sp>
    </p:spTree>
    <p:extLst>
      <p:ext uri="{BB962C8B-B14F-4D97-AF65-F5344CB8AC3E}">
        <p14:creationId xmlns:p14="http://schemas.microsoft.com/office/powerpoint/2010/main" val="2185356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🧩 OOP Concepts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0972800" cy="5303520"/>
          </a:xfrm>
          <a:prstGeom prst="roundRect">
            <a:avLst/>
          </a:prstGeom>
          <a:solidFill>
            <a:srgbClr val="F3F8FF"/>
          </a:solidFill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/>
            </a:pPr>
            <a:endParaRPr dirty="0">
              <a:solidFill>
                <a:schemeClr val="tx1"/>
              </a:solidFill>
            </a:endParaRPr>
          </a:p>
          <a:p>
            <a:pPr>
              <a:defRPr sz="1800"/>
            </a:pPr>
            <a:br>
              <a:rPr lang="en-IN" sz="2800" dirty="0">
                <a:solidFill>
                  <a:schemeClr val="tx1"/>
                </a:solidFill>
              </a:rPr>
            </a:br>
            <a:r>
              <a:rPr sz="2800" dirty="0">
                <a:solidFill>
                  <a:schemeClr val="tx1"/>
                </a:solidFill>
              </a:rPr>
              <a:t>• Encapsulation: Private attributes with @property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Abstraction: </a:t>
            </a:r>
            <a:r>
              <a:rPr sz="2800" dirty="0" err="1">
                <a:solidFill>
                  <a:schemeClr val="tx1"/>
                </a:solidFill>
              </a:rPr>
              <a:t>ReservationSystem</a:t>
            </a:r>
            <a:r>
              <a:rPr sz="2800" dirty="0">
                <a:solidFill>
                  <a:schemeClr val="tx1"/>
                </a:solidFill>
              </a:rPr>
              <a:t> using ABC and @abstractmethod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Inheritance: </a:t>
            </a:r>
            <a:r>
              <a:rPr sz="2800" dirty="0" err="1">
                <a:solidFill>
                  <a:schemeClr val="tx1"/>
                </a:solidFill>
              </a:rPr>
              <a:t>BusReservation</a:t>
            </a:r>
            <a:r>
              <a:rPr sz="2800" dirty="0">
                <a:solidFill>
                  <a:schemeClr val="tx1"/>
                </a:solidFill>
              </a:rPr>
              <a:t> → </a:t>
            </a:r>
            <a:r>
              <a:rPr sz="2800" dirty="0" err="1">
                <a:solidFill>
                  <a:schemeClr val="tx1"/>
                </a:solidFill>
              </a:rPr>
              <a:t>PremiumBusReservation</a:t>
            </a:r>
            <a:endParaRPr sz="2800" dirty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Polymorphism: </a:t>
            </a:r>
            <a:r>
              <a:rPr sz="2800" dirty="0" err="1">
                <a:solidFill>
                  <a:schemeClr val="tx1"/>
                </a:solidFill>
              </a:rPr>
              <a:t>book_ticket</a:t>
            </a:r>
            <a:r>
              <a:rPr sz="2800" dirty="0">
                <a:solidFill>
                  <a:schemeClr val="tx1"/>
                </a:solidFill>
              </a:rPr>
              <a:t>() method overridden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880AC0-CB81-7CFE-7331-6F1877D7CFF9}"/>
              </a:ext>
            </a:extLst>
          </p:cNvPr>
          <p:cNvSpPr txBox="1"/>
          <p:nvPr/>
        </p:nvSpPr>
        <p:spPr>
          <a:xfrm>
            <a:off x="3147934" y="1429009"/>
            <a:ext cx="77049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/>
              <a:t>OOPS Implementation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F708D-1345-C143-800C-1318F32D3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2F9BBA1-F2B4-4C49-30BA-BBB427EA95D5}"/>
              </a:ext>
            </a:extLst>
          </p:cNvPr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F0C605-DD39-DAC1-0EAA-3E9D4C6C5749}"/>
              </a:ext>
            </a:extLst>
          </p:cNvPr>
          <p:cNvSpPr txBox="1"/>
          <p:nvPr/>
        </p:nvSpPr>
        <p:spPr>
          <a:xfrm>
            <a:off x="365760" y="91440"/>
            <a:ext cx="42544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🧩 OOP </a:t>
            </a:r>
            <a:r>
              <a:rPr lang="en-IN" dirty="0"/>
              <a:t>IMPLEMENTATION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C8FDDA0-1624-2BFC-A108-11FB7FED79DE}"/>
              </a:ext>
            </a:extLst>
          </p:cNvPr>
          <p:cNvSpPr/>
          <p:nvPr/>
        </p:nvSpPr>
        <p:spPr>
          <a:xfrm>
            <a:off x="235527" y="777240"/>
            <a:ext cx="11748655" cy="5989320"/>
          </a:xfrm>
          <a:prstGeom prst="roundRect">
            <a:avLst/>
          </a:prstGeom>
          <a:solidFill>
            <a:srgbClr val="F3F8FF"/>
          </a:solidFill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/>
            </a:pPr>
            <a:endParaRPr dirty="0">
              <a:solidFill>
                <a:schemeClr val="tx1"/>
              </a:solidFill>
            </a:endParaRPr>
          </a:p>
          <a:p>
            <a:pPr>
              <a:defRPr sz="1800"/>
            </a:pPr>
            <a:br>
              <a:rPr lang="en-IN" sz="2800" dirty="0">
                <a:solidFill>
                  <a:schemeClr val="tx1"/>
                </a:solidFill>
              </a:rPr>
            </a:br>
            <a:endParaRPr sz="2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E057ED-F8AF-602E-9389-002DFB80018F}"/>
              </a:ext>
            </a:extLst>
          </p:cNvPr>
          <p:cNvSpPr txBox="1"/>
          <p:nvPr/>
        </p:nvSpPr>
        <p:spPr>
          <a:xfrm>
            <a:off x="2030717" y="802599"/>
            <a:ext cx="77049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/>
              <a:t>OOPS Implementation in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F08907A-43DD-6A4C-B644-BA0BAC6B59C8}"/>
              </a:ext>
            </a:extLst>
          </p:cNvPr>
          <p:cNvSpPr/>
          <p:nvPr/>
        </p:nvSpPr>
        <p:spPr>
          <a:xfrm>
            <a:off x="485019" y="1686871"/>
            <a:ext cx="3225495" cy="282841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41AB51-D235-C19A-46A5-A73BAA21E5A1}"/>
              </a:ext>
            </a:extLst>
          </p:cNvPr>
          <p:cNvSpPr/>
          <p:nvPr/>
        </p:nvSpPr>
        <p:spPr>
          <a:xfrm>
            <a:off x="4142509" y="1758570"/>
            <a:ext cx="3510417" cy="282841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2894CC1-523A-5EB6-1C58-83FDBEB07072}"/>
              </a:ext>
            </a:extLst>
          </p:cNvPr>
          <p:cNvSpPr/>
          <p:nvPr/>
        </p:nvSpPr>
        <p:spPr>
          <a:xfrm>
            <a:off x="732739" y="4923242"/>
            <a:ext cx="10780388" cy="164794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0942D16-0D87-5202-34E3-BA85BD68E922}"/>
              </a:ext>
            </a:extLst>
          </p:cNvPr>
          <p:cNvSpPr/>
          <p:nvPr/>
        </p:nvSpPr>
        <p:spPr>
          <a:xfrm>
            <a:off x="8084921" y="1723244"/>
            <a:ext cx="3618885" cy="286252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F20827E-379B-661F-2443-30E4E6EEB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567" y="2352018"/>
            <a:ext cx="2860051" cy="20129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66FCFB6-FDED-3376-DA10-D0A3CEEF3366}"/>
              </a:ext>
            </a:extLst>
          </p:cNvPr>
          <p:cNvSpPr txBox="1"/>
          <p:nvPr/>
        </p:nvSpPr>
        <p:spPr>
          <a:xfrm>
            <a:off x="900545" y="1828798"/>
            <a:ext cx="24469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Encapsulation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33A27B-2004-0273-FA7F-E8111C2D9E9C}"/>
              </a:ext>
            </a:extLst>
          </p:cNvPr>
          <p:cNvSpPr txBox="1"/>
          <p:nvPr/>
        </p:nvSpPr>
        <p:spPr>
          <a:xfrm>
            <a:off x="5043058" y="1870365"/>
            <a:ext cx="2460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Abstraction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219966E-2AF0-60A7-99FC-24919C40E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167" y="2393585"/>
            <a:ext cx="3006433" cy="19713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141A8A8-CCB7-9FA8-4462-86BAFD153504}"/>
              </a:ext>
            </a:extLst>
          </p:cNvPr>
          <p:cNvSpPr txBox="1"/>
          <p:nvPr/>
        </p:nvSpPr>
        <p:spPr>
          <a:xfrm>
            <a:off x="8797635" y="1801085"/>
            <a:ext cx="2449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Polymorphism</a:t>
            </a:r>
            <a:endParaRPr lang="en-IN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966BBFC-1AE0-093C-F36B-B11AB58DE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729" y="2573399"/>
            <a:ext cx="2991267" cy="6602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A03E5BA-99F4-0649-4C1D-42E3D2373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29" y="3429000"/>
            <a:ext cx="2991267" cy="83819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8FB964B-98DC-4526-90C6-143F41CA7EBA}"/>
              </a:ext>
            </a:extLst>
          </p:cNvPr>
          <p:cNvSpPr txBox="1"/>
          <p:nvPr/>
        </p:nvSpPr>
        <p:spPr>
          <a:xfrm>
            <a:off x="1039091" y="5485603"/>
            <a:ext cx="2308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Inheritance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A1B2826-80C4-8C58-D74F-3D029E8ED3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7512" y="5110209"/>
            <a:ext cx="3572374" cy="126288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B9323A7-BAF9-DE9C-912A-8861BA4925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2214" y="5110208"/>
            <a:ext cx="3757520" cy="125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443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🏗 Class Design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0972800" cy="5303520"/>
          </a:xfrm>
          <a:prstGeom prst="roundRect">
            <a:avLst/>
          </a:prstGeom>
          <a:solidFill>
            <a:srgbClr val="F3F8FF"/>
          </a:solidFill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/>
            </a:pPr>
            <a:endParaRPr dirty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Ticket class stores passenger details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</a:t>
            </a:r>
            <a:r>
              <a:rPr sz="2800" dirty="0" err="1">
                <a:solidFill>
                  <a:schemeClr val="tx1"/>
                </a:solidFill>
              </a:rPr>
              <a:t>ReservationSystem</a:t>
            </a:r>
            <a:r>
              <a:rPr sz="2800" dirty="0">
                <a:solidFill>
                  <a:schemeClr val="tx1"/>
                </a:solidFill>
              </a:rPr>
              <a:t> defines common methods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</a:t>
            </a:r>
            <a:r>
              <a:rPr sz="2800" dirty="0" err="1">
                <a:solidFill>
                  <a:schemeClr val="tx1"/>
                </a:solidFill>
              </a:rPr>
              <a:t>BusReservation</a:t>
            </a:r>
            <a:r>
              <a:rPr sz="2800" dirty="0">
                <a:solidFill>
                  <a:schemeClr val="tx1"/>
                </a:solidFill>
              </a:rPr>
              <a:t> implements booking logic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</a:t>
            </a:r>
            <a:r>
              <a:rPr sz="2800" dirty="0" err="1">
                <a:solidFill>
                  <a:schemeClr val="tx1"/>
                </a:solidFill>
              </a:rPr>
              <a:t>PremiumBusReservation</a:t>
            </a:r>
            <a:r>
              <a:rPr sz="2800" dirty="0">
                <a:solidFill>
                  <a:schemeClr val="tx1"/>
                </a:solidFill>
              </a:rPr>
              <a:t> extends booking functionality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Bus details loaded from </a:t>
            </a:r>
            <a:r>
              <a:rPr sz="2800" dirty="0" err="1">
                <a:solidFill>
                  <a:schemeClr val="tx1"/>
                </a:solidFill>
              </a:rPr>
              <a:t>buses.json</a:t>
            </a:r>
            <a:endParaRPr sz="2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EDFD93-6C4E-6FF3-F595-D6B81E6D4FEF}"/>
              </a:ext>
            </a:extLst>
          </p:cNvPr>
          <p:cNvSpPr txBox="1"/>
          <p:nvPr/>
        </p:nvSpPr>
        <p:spPr>
          <a:xfrm>
            <a:off x="3897443" y="1436503"/>
            <a:ext cx="65956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/>
              <a:t>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🔄 Reservation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0972800" cy="5303520"/>
          </a:xfrm>
          <a:prstGeom prst="roundRect">
            <a:avLst/>
          </a:prstGeom>
          <a:solidFill>
            <a:srgbClr val="F3F8FF"/>
          </a:solidFill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/>
            </a:pPr>
            <a:endParaRPr dirty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Load </a:t>
            </a:r>
            <a:r>
              <a:rPr sz="2800" dirty="0" err="1">
                <a:solidFill>
                  <a:schemeClr val="tx1"/>
                </a:solidFill>
              </a:rPr>
              <a:t>buses.json</a:t>
            </a:r>
            <a:endParaRPr sz="2800" dirty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Display available buses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Validate bus and seat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Create Ticket object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Generate Ticket ID</a:t>
            </a:r>
          </a:p>
          <a:p>
            <a:pPr>
              <a:defRPr sz="1800"/>
            </a:pPr>
            <a:r>
              <a:rPr sz="2800" dirty="0">
                <a:solidFill>
                  <a:schemeClr val="tx1"/>
                </a:solidFill>
              </a:rPr>
              <a:t>• Store ticket and display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87E84C-738F-86E3-F658-529361488137}"/>
              </a:ext>
            </a:extLst>
          </p:cNvPr>
          <p:cNvSpPr txBox="1"/>
          <p:nvPr/>
        </p:nvSpPr>
        <p:spPr>
          <a:xfrm>
            <a:off x="4401112" y="1178602"/>
            <a:ext cx="326785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/>
              <a:t>WORKFLOW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661132-AA81-6C26-F1CB-CBADC57D4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76644"/>
            <a:ext cx="5486400" cy="39243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4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🚀 Features &amp; 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0972800" cy="5303520"/>
          </a:xfrm>
          <a:prstGeom prst="roundRect">
            <a:avLst/>
          </a:prstGeom>
          <a:solidFill>
            <a:srgbClr val="F3F8FF"/>
          </a:solidFill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/>
            </a:pPr>
            <a:endParaRPr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771DF1-C92A-B04F-CD9E-FEE8CEC19C94}"/>
              </a:ext>
            </a:extLst>
          </p:cNvPr>
          <p:cNvSpPr txBox="1"/>
          <p:nvPr/>
        </p:nvSpPr>
        <p:spPr>
          <a:xfrm>
            <a:off x="7375161" y="2008682"/>
            <a:ext cx="2593298" cy="646331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>
              <a:defRPr sz="1800"/>
            </a:pPr>
            <a:r>
              <a:rPr lang="en-IN" dirty="0"/>
              <a:t>• Features:</a:t>
            </a:r>
            <a:br>
              <a:rPr lang="en-IN" dirty="0"/>
            </a:br>
            <a:r>
              <a:rPr lang="en-IN" dirty="0"/>
              <a:t>             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A1151A-4499-3B25-B04A-A366A3B57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85" y="1094283"/>
            <a:ext cx="10708062" cy="4976734"/>
          </a:xfrm>
          <a:prstGeom prst="roundRect">
            <a:avLst>
              <a:gd name="adj" fmla="val 15836"/>
            </a:avLst>
          </a:prstGeom>
          <a:ln w="3175">
            <a:solidFill>
              <a:schemeClr val="bg1"/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197</Words>
  <Application>Microsoft Office PowerPoint</Application>
  <PresentationFormat>Custom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DINESH R</dc:creator>
  <cp:keywords/>
  <dc:description>generated using python-pptx</dc:description>
  <cp:lastModifiedBy>DINESH R</cp:lastModifiedBy>
  <cp:revision>4</cp:revision>
  <dcterms:created xsi:type="dcterms:W3CDTF">2013-01-27T09:14:16Z</dcterms:created>
  <dcterms:modified xsi:type="dcterms:W3CDTF">2026-07-03T01:00:48Z</dcterms:modified>
  <cp:category/>
</cp:coreProperties>
</file>