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🚌 Bus Reservation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br>
              <a:rPr lang="en-IN" sz="2800" dirty="0">
                <a:solidFill>
                  <a:schemeClr val="tx1"/>
                </a:solidFill>
              </a:rPr>
            </a:br>
            <a:r>
              <a:rPr sz="2800" dirty="0">
                <a:solidFill>
                  <a:schemeClr val="tx1"/>
                </a:solidFill>
              </a:rPr>
              <a:t>• Console-based Python application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Uses Python, OOP and JSON file handling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Customer operations: View Buses, Book Ticket, View Ticket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Objective: Simple and efficient bus reservation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5B28B-4672-B94C-5425-5EDFE8C4874C}"/>
              </a:ext>
            </a:extLst>
          </p:cNvPr>
          <p:cNvSpPr txBox="1"/>
          <p:nvPr/>
        </p:nvSpPr>
        <p:spPr>
          <a:xfrm>
            <a:off x="2242527" y="1618937"/>
            <a:ext cx="7824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Project Overview and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🧩 OOP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br>
              <a:rPr lang="en-IN" sz="2800" dirty="0">
                <a:solidFill>
                  <a:schemeClr val="tx1"/>
                </a:solidFill>
              </a:rPr>
            </a:br>
            <a:r>
              <a:rPr sz="2800" dirty="0">
                <a:solidFill>
                  <a:schemeClr val="tx1"/>
                </a:solidFill>
              </a:rPr>
              <a:t>• Encapsulation: Private attributes with @property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Abstraction: </a:t>
            </a:r>
            <a:r>
              <a:rPr sz="2800" dirty="0" err="1">
                <a:solidFill>
                  <a:schemeClr val="tx1"/>
                </a:solidFill>
              </a:rPr>
              <a:t>ReservationSystem</a:t>
            </a:r>
            <a:r>
              <a:rPr sz="2800" dirty="0">
                <a:solidFill>
                  <a:schemeClr val="tx1"/>
                </a:solidFill>
              </a:rPr>
              <a:t> using ABC and @abstractmethod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Inheritance: </a:t>
            </a:r>
            <a:r>
              <a:rPr sz="2800" dirty="0" err="1">
                <a:solidFill>
                  <a:schemeClr val="tx1"/>
                </a:solidFill>
              </a:rPr>
              <a:t>BusReservation</a:t>
            </a:r>
            <a:r>
              <a:rPr sz="2800" dirty="0">
                <a:solidFill>
                  <a:schemeClr val="tx1"/>
                </a:solidFill>
              </a:rPr>
              <a:t> → </a:t>
            </a:r>
            <a:r>
              <a:rPr sz="2800" dirty="0" err="1">
                <a:solidFill>
                  <a:schemeClr val="tx1"/>
                </a:solidFill>
              </a:rPr>
              <a:t>PremiumBusReservation</a:t>
            </a:r>
            <a:endParaRPr sz="2800"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Polymorphism: </a:t>
            </a:r>
            <a:r>
              <a:rPr sz="2800" dirty="0" err="1">
                <a:solidFill>
                  <a:schemeClr val="tx1"/>
                </a:solidFill>
              </a:rPr>
              <a:t>book_ticket</a:t>
            </a:r>
            <a:r>
              <a:rPr sz="2800" dirty="0">
                <a:solidFill>
                  <a:schemeClr val="tx1"/>
                </a:solidFill>
              </a:rPr>
              <a:t>() method overridden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80AC0-CB81-7CFE-7331-6F1877D7CFF9}"/>
              </a:ext>
            </a:extLst>
          </p:cNvPr>
          <p:cNvSpPr txBox="1"/>
          <p:nvPr/>
        </p:nvSpPr>
        <p:spPr>
          <a:xfrm>
            <a:off x="3147934" y="1429009"/>
            <a:ext cx="7704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OOPS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 Class Design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Ticket class stores passenger details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ReservationSystem</a:t>
            </a:r>
            <a:r>
              <a:rPr sz="2800" dirty="0">
                <a:solidFill>
                  <a:schemeClr val="tx1"/>
                </a:solidFill>
              </a:rPr>
              <a:t> defines common methods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BusReservation</a:t>
            </a:r>
            <a:r>
              <a:rPr sz="2800" dirty="0">
                <a:solidFill>
                  <a:schemeClr val="tx1"/>
                </a:solidFill>
              </a:rPr>
              <a:t> implements booking logic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PremiumBusReservation</a:t>
            </a:r>
            <a:r>
              <a:rPr sz="2800" dirty="0">
                <a:solidFill>
                  <a:schemeClr val="tx1"/>
                </a:solidFill>
              </a:rPr>
              <a:t> extends booking functionality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Bus details loaded from </a:t>
            </a:r>
            <a:r>
              <a:rPr sz="2800" dirty="0" err="1">
                <a:solidFill>
                  <a:schemeClr val="tx1"/>
                </a:solidFill>
              </a:rPr>
              <a:t>buses.json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DFD93-6C4E-6FF3-F595-D6B81E6D4FEF}"/>
              </a:ext>
            </a:extLst>
          </p:cNvPr>
          <p:cNvSpPr txBox="1"/>
          <p:nvPr/>
        </p:nvSpPr>
        <p:spPr>
          <a:xfrm>
            <a:off x="3897443" y="1436503"/>
            <a:ext cx="6595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Reservation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Load </a:t>
            </a:r>
            <a:r>
              <a:rPr sz="2800" dirty="0" err="1">
                <a:solidFill>
                  <a:schemeClr val="tx1"/>
                </a:solidFill>
              </a:rPr>
              <a:t>buses.json</a:t>
            </a:r>
            <a:endParaRPr sz="2800"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Display available buses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Validate bus and seat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Create Ticket object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Generate Ticket ID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Store ticket and display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7E84C-738F-86E3-F658-529361488137}"/>
              </a:ext>
            </a:extLst>
          </p:cNvPr>
          <p:cNvSpPr txBox="1"/>
          <p:nvPr/>
        </p:nvSpPr>
        <p:spPr>
          <a:xfrm>
            <a:off x="4401112" y="1178602"/>
            <a:ext cx="3267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61132-AA81-6C26-F1CB-CBADC57D4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76644"/>
            <a:ext cx="5486400" cy="39243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Features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71DF1-C92A-B04F-CD9E-FEE8CEC19C94}"/>
              </a:ext>
            </a:extLst>
          </p:cNvPr>
          <p:cNvSpPr txBox="1"/>
          <p:nvPr/>
        </p:nvSpPr>
        <p:spPr>
          <a:xfrm>
            <a:off x="7375161" y="2008682"/>
            <a:ext cx="2593298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n-IN" dirty="0"/>
              <a:t>• Features:</a:t>
            </a:r>
            <a:br>
              <a:rPr lang="en-IN" dirty="0"/>
            </a:br>
            <a:r>
              <a:rPr lang="en-IN" dirty="0"/>
              <a:t>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1151A-4499-3B25-B04A-A366A3B5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" y="1094283"/>
            <a:ext cx="10708062" cy="4976734"/>
          </a:xfrm>
          <a:prstGeom prst="roundRect">
            <a:avLst>
              <a:gd name="adj" fmla="val 15836"/>
            </a:avLst>
          </a:prstGeom>
          <a:ln w="3175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158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R</dc:creator>
  <cp:keywords/>
  <dc:description>generated using python-pptx</dc:description>
  <cp:lastModifiedBy>DINESH R</cp:lastModifiedBy>
  <cp:revision>3</cp:revision>
  <dcterms:created xsi:type="dcterms:W3CDTF">2013-01-27T09:14:16Z</dcterms:created>
  <dcterms:modified xsi:type="dcterms:W3CDTF">2026-07-02T16:35:59Z</dcterms:modified>
  <cp:category/>
</cp:coreProperties>
</file>